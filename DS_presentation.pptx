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com/cfa27859-0639-4489-890a-a58b9723ae4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com/cfa27859-0639-4489-890a-a58b9723ae4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com/cfa27859-0639-4489-890a-a58b9723ae4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com/cfa27859-0639-4489-890a-a58b9723ae4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com/cfa27859-0639-4489-890a-a58b9723ae4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com/cfa27859-0639-4489-890a-a58b9723ae4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com/cfa27859-0639-4489-890a-a58b9723ae4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com/cfa27859-0639-4489-890a-a58b9723ae4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com/cfa27859-0639-4489-890a-a58b9723ae4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com/cfa27859-0639-4489-890a-a58b9723ae4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39243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1219200"/>
            <a:ext cx="670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200"/>
              </a:lnSpc>
              <a:buNone/>
            </a:pPr>
            <a:r>
              <a:rPr lang="en-US" sz="45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Movies and their Performance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152144" y="2775585"/>
            <a:ext cx="6839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360"/>
              </a:lnSpc>
              <a:buNone/>
            </a:pPr>
            <a:r>
              <a:rPr lang="en-US" sz="1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Office Analysis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52144" y="3585210"/>
            <a:ext cx="6839712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Kunal Bhandari | BIT 2nd Semester | LC0003002665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39243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1219200"/>
            <a:ext cx="6839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20"/>
              </a:lnSpc>
              <a:buNone/>
            </a:pPr>
            <a:r>
              <a:rPr lang="en-US" sz="2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 to Dataset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24000" y="1859280"/>
            <a:ext cx="6400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 10 popular movies with box office performance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Variables: Movie, Genre, BudgetMillion, RevenueMillion, Rating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Genres: Action, Sci-Fi, Animation, Romance, Drama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 Exploratory analysis of movie success factors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Focus: Revenue patterns, budget correlation, ratings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39243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1219200"/>
            <a:ext cx="6839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20"/>
              </a:lnSpc>
              <a:buNone/>
            </a:pPr>
            <a:r>
              <a:rPr lang="en-US" sz="2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Overview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24000" y="1859281"/>
            <a:ext cx="6400800" cy="2537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 rows, 5 columns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Numerical Variables: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Budget, Revenue, Rating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Variables: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Movie, Genre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Budget: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144.7 Million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Revenue: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1,275.9 Million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Rating: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8.28 (IMDb scale)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39243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1219200"/>
            <a:ext cx="6839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20"/>
              </a:lnSpc>
              <a:buNone/>
            </a:pPr>
            <a:r>
              <a:rPr lang="en-US" sz="2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Assessment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24000" y="1859281"/>
            <a:ext cx="6400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Completeness: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missing values detected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None present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Outliers: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Avatar &amp; Titanic (extreme revenue)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Ratings: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above 7, The Dark Knight rated 9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Type: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Original dataset, created by analysis author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39243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1219200"/>
            <a:ext cx="6839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20"/>
              </a:lnSpc>
              <a:buNone/>
            </a:pPr>
            <a:r>
              <a:rPr lang="en-US" sz="2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 Overview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24000" y="1859280"/>
            <a:ext cx="6400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Popularity: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Animation &amp; Sci-Fi most frequent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vs Revenue: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 correlation observed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 movies rated above 8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Revenue by Genre: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Action &amp; Sci-Fi lead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High budget ≠ High ratings always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39243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1219200"/>
            <a:ext cx="6839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20"/>
              </a:lnSpc>
              <a:buNone/>
            </a:pPr>
            <a:r>
              <a:rPr lang="en-US" sz="2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24000" y="1859280"/>
            <a:ext cx="6400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One-hot encoding for Genre variable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Features: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ROI calculation (Revenue/Budget)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Binning: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Rating categories (High/Medium/Low)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Preparation: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Optimized for ML algorithms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Redundancy Check: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constant or unused columns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39243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1219200"/>
            <a:ext cx="6839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20"/>
              </a:lnSpc>
              <a:buNone/>
            </a:pPr>
            <a:r>
              <a:rPr lang="en-US" sz="2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 &amp; Insights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24000" y="1859280"/>
            <a:ext cx="6400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&amp; Sci-Fi movies generate highest revenues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Animation performs well in revenue-to-budget ratio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budget does NOT guarantee high ratings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analyzed movies rated well (7+)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significantly influences box office success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39243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1219200"/>
            <a:ext cx="6839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20"/>
              </a:lnSpc>
              <a:buNone/>
            </a:pPr>
            <a:r>
              <a:rPr lang="en-US" sz="2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Future Work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24000" y="1859282"/>
            <a:ext cx="6400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provides insights into high-performing movies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datasets may reveal deeper genre trends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enables predictive modeling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exploration offers actionable business insights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Repository: Python-Data-Science project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39243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52144" y="1219200"/>
            <a:ext cx="6839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320"/>
              </a:lnSpc>
              <a:buNone/>
            </a:pPr>
            <a:r>
              <a:rPr lang="en-US" sz="2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52144" y="1956434"/>
            <a:ext cx="683971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Libraries Used: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524000" y="2369823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lnSpc>
                <a:spcPts val="2880"/>
              </a:lnSpc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Pandas: Data manipulation and analysis</a:t>
            </a:r>
            <a:endParaRPr lang="en-US" sz="1200" dirty="0"/>
          </a:p>
          <a:p>
            <a:pPr algn="ctr" marL="342900" indent="-342900">
              <a:lnSpc>
                <a:spcPts val="2880"/>
              </a:lnSpc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Matplotlib &amp; Seaborn: Data visualization</a:t>
            </a:r>
            <a:endParaRPr lang="en-US" sz="1200" dirty="0"/>
          </a:p>
          <a:p>
            <a:pPr algn="ctr" marL="342900" indent="-342900">
              <a:lnSpc>
                <a:spcPts val="2880"/>
              </a:lnSpc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IMDb Dataset: Movie ratings and metadata</a:t>
            </a:r>
            <a:endParaRPr lang="en-US" sz="1200" dirty="0"/>
          </a:p>
          <a:p>
            <a:pPr algn="ctr" marL="342900" indent="-342900">
              <a:lnSpc>
                <a:spcPts val="2880"/>
              </a:lnSpc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Scikit-learn: Feature encoding and preprocessing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7924800" cy="39243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219200" y="1219200"/>
            <a:ext cx="6839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20"/>
              </a:lnSpc>
              <a:buNone/>
            </a:pPr>
            <a:r>
              <a:rPr lang="en-US" sz="27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Visualizations &amp; Designs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24000" y="1859282"/>
            <a:ext cx="6400800" cy="2114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Distribution Chart: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Shows frequency of each movie genre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vs Revenue Scatter: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Correlation analysis of investment returns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IMDb rating frequency across dataset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Revenue by Genre: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Genre-wise performance comparison</a:t>
            </a:r>
            <a:endParaRPr lang="en-US" sz="1350" dirty="0"/>
          </a:p>
          <a:p>
            <a:pPr marL="342900" indent="-342900">
              <a:lnSpc>
                <a:spcPts val="3240"/>
              </a:lnSpc>
              <a:buSzPct val="100000"/>
              <a:buChar char="•"/>
            </a:pPr>
            <a:r>
              <a:rPr lang="en-US" sz="13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Screenshots:</a:t>
            </a:r>
            <a:pPr indent="0" marL="0">
              <a:lnSpc>
                <a:spcPts val="324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Data analysis pipeline visualizations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Perplexity</cp:lastModifiedBy>
  <cp:revision>1</cp:revision>
  <dcterms:created xsi:type="dcterms:W3CDTF">2025-11-23T17:15:54Z</dcterms:created>
  <dcterms:modified xsi:type="dcterms:W3CDTF">2025-11-23T17:15:54Z</dcterms:modified>
</cp:coreProperties>
</file>