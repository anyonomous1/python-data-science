
<file path=[Content_Types].xml><?xml version="1.0" encoding="utf-8"?>
<Types xmlns="http://schemas.openxmlformats.org/package/2006/content-types">
  <Default Extension="bin" ContentType="application/octet-stream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51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4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Movie_DataScience_Project.ipynb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70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and their Performance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52144" y="2775585"/>
            <a:ext cx="6839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Office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52144" y="3585210"/>
            <a:ext cx="683971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Kunal Bhandari | BIT 2nd Semester | LC0003002665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Dataset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0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10 popular movies with box office performance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Movie, Genre, BudgetMillion, RevenueMillion, Rating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Genres: Action, Sci-Fi, Animation, Romance, Drama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Exploratory analysis of movie success factors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Focus: Revenue patterns, budget correlation, ratings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1"/>
            <a:ext cx="64008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 rows, 5 columns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Variables: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Budget, Revenue, Rating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Variables: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Movie, Genre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Budget: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144.7 Million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1,275.9 Million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8.28 (IMDb scale)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Assessment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1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missing values detected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None present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Avatar &amp; Titanic (extreme revenue)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above 7, The Dark Knight rated 9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Type: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Original dataset, created </a:t>
            </a:r>
            <a:r>
              <a:rPr lang="en-US" sz="135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Kunal Bhandari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0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Popularity: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Animation &amp; Sci-Fi most frequent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 Revenue: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 correlation observed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movies rated above 8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by Genre: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Action &amp; Sci-Fi lead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budget ≠ High ratings always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16178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0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One-hot encoding for Genre variable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Features: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ROI calculation (Revenue/Budget)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Rating categories (High/Medium/Low)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Optimized for ML algorithms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Redundancy Check: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constant or unused columns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Insights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0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Sci-Fi movies generate highest revenues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performs well in revenue-to-budget ratio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budget does NOT guarantee high ratings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analyzed movies rated well (7+)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significantly influences box office success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2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provides insights into high-performing movies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datasets may reveal deeper genre trends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enables predictive modeling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exploration offers actionable business insights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r>
              <a:rPr lang="en-US" sz="1350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800" u="sng" dirty="0" smtClean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file"/>
              </a:rPr>
              <a:t>https</a:t>
            </a:r>
            <a:r>
              <a:rPr lang="en-US" sz="800" u="sng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file"/>
              </a:rPr>
              <a:t>://github.com/Anyonomous1/Python-Data-Science/blob/main/Movie_DataScience_Project.ipynb</a:t>
            </a:r>
            <a:endParaRPr lang="en-US" sz="800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491188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52144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52144" y="1956434"/>
            <a:ext cx="683971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Libraries Used: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524000" y="2369823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Pandas: Data manipulation and analysis</a:t>
            </a:r>
            <a:endParaRPr lang="en-US" sz="1200" dirty="0"/>
          </a:p>
          <a:p>
            <a:pPr marL="342900" indent="-342900" algn="ctr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&amp; Seaborn: Data visualization</a:t>
            </a:r>
            <a:endParaRPr lang="en-US" sz="1200" dirty="0"/>
          </a:p>
          <a:p>
            <a:pPr marL="342900" indent="-342900" algn="ctr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Dataset: Movie ratings and metadata</a:t>
            </a:r>
            <a:endParaRPr lang="en-US" sz="1200" dirty="0"/>
          </a:p>
          <a:p>
            <a:pPr marL="342900" indent="-342900" algn="ctr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Scikit-learn: Feature encoding and preprocessing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924800" cy="39243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19200" y="1219200"/>
            <a:ext cx="6839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Visualizations &amp; Designs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24000" y="1859282"/>
            <a:ext cx="6400800" cy="2114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Distribution Chart: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Shows frequency of each movie genre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vs Revenue Scatter: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Correlation analysis of investment returns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IMDb rating frequency across dataset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by Genre: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Genre-wise performance comparison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Screenshots: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analysis pipeline visualizations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395</Words>
  <Application>Microsoft Office PowerPoint</Application>
  <PresentationFormat>On-screen Show (16:9)</PresentationFormat>
  <Paragraphs>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Microsoft account</cp:lastModifiedBy>
  <cp:revision>4</cp:revision>
  <dcterms:created xsi:type="dcterms:W3CDTF">2025-11-23T17:15:54Z</dcterms:created>
  <dcterms:modified xsi:type="dcterms:W3CDTF">2025-11-23T22:52:52Z</dcterms:modified>
</cp:coreProperties>
</file>